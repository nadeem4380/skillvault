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useoModerno Medium"/>
      <p:regular r:id="rId17"/>
    </p:embeddedFont>
    <p:embeddedFont>
      <p:font typeface="MuseoModerno Medium"/>
      <p:regular r:id="rId18"/>
    </p:embeddedFont>
    <p:embeddedFont>
      <p:font typeface="MuseoModerno Medium"/>
      <p:regular r:id="rId19"/>
    </p:embeddedFont>
    <p:embeddedFont>
      <p:font typeface="MuseoModerno Medium"/>
      <p:regular r:id="rId20"/>
    </p:embeddedFont>
    <p:embeddedFont>
      <p:font typeface="Source Sans 3"/>
      <p:regular r:id="rId21"/>
    </p:embeddedFont>
    <p:embeddedFont>
      <p:font typeface="Source Sans 3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svg"/><Relationship Id="rId16" Type="http://schemas.openxmlformats.org/officeDocument/2006/relationships/slideLayout" Target="../slideLayouts/slideLayout8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SkillVault: AI-Powered Career Transformation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SkillVault is an innovative AI-driven platform designed to revolutionize career development. It integrates career advice, skill tracking, and automatic portfolio building into a single, seamless experience.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10164723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The Experience Gap: A Modern Challenge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06047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Today's job market demands both skills and proof of their application. The "experience gap" makes it tough for new entrants or career changers to gain traction.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1638" y="2881313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Existing tools are disconnected: learning platforms (Coursera, Udemy) don't build portfolios, while portfolio sites (GitHub, Behance) don't teach skills.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36169"/>
            <a:ext cx="81123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SkillVault's Core Functionality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025271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FFFCF5"/>
          </a:solidFill>
          <a:ln/>
        </p:spPr>
      </p:sp>
      <p:sp>
        <p:nvSpPr>
          <p:cNvPr id="5" name="Shape 2"/>
          <p:cNvSpPr/>
          <p:nvPr/>
        </p:nvSpPr>
        <p:spPr>
          <a:xfrm>
            <a:off x="793790" y="4994791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</p:sp>
      <p:sp>
        <p:nvSpPr>
          <p:cNvPr id="6" name="Shape 3"/>
          <p:cNvSpPr/>
          <p:nvPr/>
        </p:nvSpPr>
        <p:spPr>
          <a:xfrm>
            <a:off x="2551688" y="468510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325F7B"/>
          </a:solidFill>
          <a:ln/>
        </p:spPr>
      </p:sp>
      <p:sp>
        <p:nvSpPr>
          <p:cNvPr id="7" name="Text 4"/>
          <p:cNvSpPr/>
          <p:nvPr/>
        </p:nvSpPr>
        <p:spPr>
          <a:xfrm>
            <a:off x="2755761" y="485525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51084" y="5592247"/>
            <a:ext cx="33367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Personalized Roadmaps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1084" y="6082665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breaks down career goals into manageable milestones, including skills, projects, and certifications.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216962" y="5025271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FFFCF5"/>
          </a:solidFill>
          <a:ln/>
        </p:spPr>
      </p:sp>
      <p:sp>
        <p:nvSpPr>
          <p:cNvPr id="11" name="Shape 8"/>
          <p:cNvSpPr/>
          <p:nvPr/>
        </p:nvSpPr>
        <p:spPr>
          <a:xfrm>
            <a:off x="5216962" y="4994791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</p:sp>
      <p:sp>
        <p:nvSpPr>
          <p:cNvPr id="12" name="Shape 9"/>
          <p:cNvSpPr/>
          <p:nvPr/>
        </p:nvSpPr>
        <p:spPr>
          <a:xfrm>
            <a:off x="6974860" y="468510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325F7B"/>
          </a:solidFill>
          <a:ln/>
        </p:spPr>
      </p:sp>
      <p:sp>
        <p:nvSpPr>
          <p:cNvPr id="13" name="Text 10"/>
          <p:cNvSpPr/>
          <p:nvPr/>
        </p:nvSpPr>
        <p:spPr>
          <a:xfrm>
            <a:off x="7178933" y="485525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5474256" y="55922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Skill Tracking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474256" y="6082665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Monitors progress, sends reminders, and updates your journey towards career goals.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9640133" y="5025271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FFFCF5"/>
          </a:solidFill>
          <a:ln/>
        </p:spPr>
      </p:sp>
      <p:sp>
        <p:nvSpPr>
          <p:cNvPr id="17" name="Shape 14"/>
          <p:cNvSpPr/>
          <p:nvPr/>
        </p:nvSpPr>
        <p:spPr>
          <a:xfrm>
            <a:off x="9640133" y="4994791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</p:sp>
      <p:sp>
        <p:nvSpPr>
          <p:cNvPr id="18" name="Shape 15"/>
          <p:cNvSpPr/>
          <p:nvPr/>
        </p:nvSpPr>
        <p:spPr>
          <a:xfrm>
            <a:off x="11398032" y="468510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325F7B"/>
          </a:solidFill>
          <a:ln/>
        </p:spPr>
      </p:sp>
      <p:sp>
        <p:nvSpPr>
          <p:cNvPr id="19" name="Text 16"/>
          <p:cNvSpPr/>
          <p:nvPr/>
        </p:nvSpPr>
        <p:spPr>
          <a:xfrm>
            <a:off x="11602105" y="485525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9897427" y="55922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Automatic Portfolio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9897427" y="6082665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Completed projects are automatically added to a professional, shareable portfolio.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4505"/>
            <a:ext cx="108242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Background: Building on Existing Ideas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16912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F3EEE3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314372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25F7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3330773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050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AI Career Guidance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541401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suggests skills based on job market trends (e.g., Coursera Career Academy, LinkedIn Learning).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916912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F3EEE3"/>
          </a:solidFill>
          <a:ln/>
        </p:spPr>
      </p:sp>
      <p:sp>
        <p:nvSpPr>
          <p:cNvPr id="9" name="Shape 6"/>
          <p:cNvSpPr/>
          <p:nvPr/>
        </p:nvSpPr>
        <p:spPr>
          <a:xfrm>
            <a:off x="5443776" y="314372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25F7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3330773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4050983"/>
            <a:ext cx="30961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Professional Portfolios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4541401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Long-standing method to showcase work (e.g., GitHub, Behance), crucial for hiring.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916912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F3EEE3"/>
          </a:solidFill>
          <a:ln/>
        </p:spPr>
      </p:sp>
      <p:sp>
        <p:nvSpPr>
          <p:cNvPr id="14" name="Shape 10"/>
          <p:cNvSpPr/>
          <p:nvPr/>
        </p:nvSpPr>
        <p:spPr>
          <a:xfrm>
            <a:off x="9866948" y="314372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25F7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4114" y="3330773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4050983"/>
            <a:ext cx="33141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The Learning-Doing Gap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4541401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disconnect exists between learning theory and applying it to real-world projects.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793790" y="61120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SkillVault bridges this gap, integrating learning and practical application for a holistic career development experience.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9378"/>
            <a:ext cx="78883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Problems with Today's Tools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51785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CF5"/>
          </a:solidFill>
          <a:ln w="30480">
            <a:solidFill>
              <a:srgbClr val="D9D4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851785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109079"/>
            <a:ext cx="32258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Disconnected Platforms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599497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Learning and portfolio sites operate in silos, requiring users to bridge the gap themselves.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851785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CF5"/>
          </a:solidFill>
          <a:ln w="30480">
            <a:solidFill>
              <a:srgbClr val="D9D4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851785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Generic Advice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599497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Most tools offer one-size-fits-all career paths, ignoring individual skills or learning styles.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09411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CF5"/>
          </a:solidFill>
          <a:ln w="30480">
            <a:solidFill>
              <a:srgbClr val="D9D4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809411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5066705"/>
            <a:ext cx="34112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Lack of Progress Tracking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557123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unified view of how individual learning steps contribute to overall career goals.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CF5"/>
          </a:solidFill>
          <a:ln w="30480">
            <a:solidFill>
              <a:srgbClr val="D9D4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809411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325F7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Recruiter Blind Spots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557123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Resumes often fail to convey a candidate's true potential, progress, or project experience.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906" y="779978"/>
            <a:ext cx="8664297" cy="686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SkillVault's Technical Foundation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768906" y="2042993"/>
            <a:ext cx="7641074" cy="219670"/>
          </a:xfrm>
          <a:prstGeom prst="roundRect">
            <a:avLst>
              <a:gd name="adj" fmla="val 15003"/>
            </a:avLst>
          </a:prstGeom>
          <a:solidFill>
            <a:srgbClr val="F3EEE3"/>
          </a:solidFill>
          <a:ln/>
        </p:spPr>
      </p:sp>
      <p:sp>
        <p:nvSpPr>
          <p:cNvPr id="4" name="Text 2"/>
          <p:cNvSpPr/>
          <p:nvPr/>
        </p:nvSpPr>
        <p:spPr>
          <a:xfrm>
            <a:off x="988576" y="2482334"/>
            <a:ext cx="2746296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Frontend (React)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988576" y="3045262"/>
            <a:ext cx="7201733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Interactive user interface for roadmaps, milestones, and portfolios.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98352" y="3836075"/>
            <a:ext cx="7311628" cy="219670"/>
          </a:xfrm>
          <a:prstGeom prst="roundRect">
            <a:avLst>
              <a:gd name="adj" fmla="val 15003"/>
            </a:avLst>
          </a:prstGeom>
          <a:solidFill>
            <a:srgbClr val="F3EEE3"/>
          </a:solidFill>
          <a:ln/>
        </p:spPr>
      </p:sp>
      <p:sp>
        <p:nvSpPr>
          <p:cNvPr id="7" name="Text 5"/>
          <p:cNvSpPr/>
          <p:nvPr/>
        </p:nvSpPr>
        <p:spPr>
          <a:xfrm>
            <a:off x="1318022" y="4275415"/>
            <a:ext cx="2746296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Backend (Python)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1318022" y="4838343"/>
            <a:ext cx="6872288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Handles accounts, recommendations, and progress tracking with AI.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427917" y="5629156"/>
            <a:ext cx="6982063" cy="219670"/>
          </a:xfrm>
          <a:prstGeom prst="roundRect">
            <a:avLst>
              <a:gd name="adj" fmla="val 15003"/>
            </a:avLst>
          </a:prstGeom>
          <a:solidFill>
            <a:srgbClr val="F3EEE3"/>
          </a:solidFill>
          <a:ln/>
        </p:spPr>
      </p:sp>
      <p:sp>
        <p:nvSpPr>
          <p:cNvPr id="10" name="Text 8"/>
          <p:cNvSpPr/>
          <p:nvPr/>
        </p:nvSpPr>
        <p:spPr>
          <a:xfrm>
            <a:off x="1647587" y="6068497"/>
            <a:ext cx="2746296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Database (SQL)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1647587" y="6631424"/>
            <a:ext cx="6542723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Securely stores user profiles, goals, milestones, projects, and progress.</a:t>
            </a:r>
            <a:endParaRPr lang="en-US" sz="1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619" y="2042993"/>
            <a:ext cx="4915376" cy="49153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2023"/>
            <a:ext cx="88022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The AI Recommendation Engine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6431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Breaks Down Goals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133606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Identifies technical, domain, and soft skills for a target job.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33492" y="3069669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2042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Builds Roadmaps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2694623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Orders skills logically into 3-6 week milestones.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93010" y="2804993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1256" y="39601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Finds Resources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0051256" y="4450556"/>
            <a:ext cx="378535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Suggests courses, tutorials, and books for each skill.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19423" y="4491752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937790" y="57161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Estimates Time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9937790" y="6206609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realistic timelines for each step.</a:t>
            </a:r>
            <a:endParaRPr lang="en-US" sz="17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70564" y="5798820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857256" y="50957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Maps Certifications</a:t>
            </a:r>
            <a:endParaRPr lang="en-US" sz="2200" dirty="0"/>
          </a:p>
        </p:txBody>
      </p:sp>
      <p:sp>
        <p:nvSpPr>
          <p:cNvPr id="20" name="Text 10"/>
          <p:cNvSpPr/>
          <p:nvPr/>
        </p:nvSpPr>
        <p:spPr>
          <a:xfrm>
            <a:off x="793790" y="5586174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Integrates relevant official exams into the plan.</a:t>
            </a:r>
            <a:endParaRPr lang="en-US" sz="175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710595" y="4920020"/>
            <a:ext cx="339328" cy="339328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793790" y="69245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AI uses either rule-based systems or machine learning to create personalized career paths.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9111" y="576858"/>
            <a:ext cx="7678579" cy="130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SkillVault's Unique Value Proposition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6219111" y="2199323"/>
            <a:ext cx="7678579" cy="1206341"/>
          </a:xfrm>
          <a:prstGeom prst="roundRect">
            <a:avLst>
              <a:gd name="adj" fmla="val 41656"/>
            </a:avLst>
          </a:prstGeom>
          <a:solidFill>
            <a:srgbClr val="F3EEE3"/>
          </a:solidFill>
          <a:ln/>
        </p:spPr>
      </p:sp>
      <p:sp>
        <p:nvSpPr>
          <p:cNvPr id="5" name="Text 2"/>
          <p:cNvSpPr/>
          <p:nvPr/>
        </p:nvSpPr>
        <p:spPr>
          <a:xfrm>
            <a:off x="6428423" y="2408634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All-in-One Platform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428423" y="2861310"/>
            <a:ext cx="72599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Combines learning, building, and showcasing work in one place.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19111" y="3614976"/>
            <a:ext cx="7678579" cy="1206341"/>
          </a:xfrm>
          <a:prstGeom prst="roundRect">
            <a:avLst>
              <a:gd name="adj" fmla="val 41656"/>
            </a:avLst>
          </a:prstGeom>
          <a:solidFill>
            <a:srgbClr val="F3EEE3"/>
          </a:solidFill>
          <a:ln/>
        </p:spPr>
      </p:sp>
      <p:sp>
        <p:nvSpPr>
          <p:cNvPr id="8" name="Text 5"/>
          <p:cNvSpPr/>
          <p:nvPr/>
        </p:nvSpPr>
        <p:spPr>
          <a:xfrm>
            <a:off x="6428423" y="3824288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Truly Personalized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6428423" y="4276963"/>
            <a:ext cx="72599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creates unique, long-term plans tailored to individual needs.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9111" y="5030629"/>
            <a:ext cx="7678579" cy="1206341"/>
          </a:xfrm>
          <a:prstGeom prst="roundRect">
            <a:avLst>
              <a:gd name="adj" fmla="val 41656"/>
            </a:avLst>
          </a:prstGeom>
          <a:solidFill>
            <a:srgbClr val="F3EEE3"/>
          </a:solidFill>
          <a:ln/>
        </p:spPr>
      </p:sp>
      <p:sp>
        <p:nvSpPr>
          <p:cNvPr id="11" name="Text 8"/>
          <p:cNvSpPr/>
          <p:nvPr/>
        </p:nvSpPr>
        <p:spPr>
          <a:xfrm>
            <a:off x="6428423" y="5239941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Learning into Proof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6428423" y="5692616"/>
            <a:ext cx="72599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Focuses on tracking output (completed projects) as proof of skill.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19111" y="6446282"/>
            <a:ext cx="7678579" cy="1206341"/>
          </a:xfrm>
          <a:prstGeom prst="roundRect">
            <a:avLst>
              <a:gd name="adj" fmla="val 41656"/>
            </a:avLst>
          </a:prstGeom>
          <a:solidFill>
            <a:srgbClr val="F3EEE3"/>
          </a:solidFill>
          <a:ln/>
        </p:spPr>
      </p:sp>
      <p:sp>
        <p:nvSpPr>
          <p:cNvPr id="14" name="Text 11"/>
          <p:cNvSpPr/>
          <p:nvPr/>
        </p:nvSpPr>
        <p:spPr>
          <a:xfrm>
            <a:off x="6428423" y="6655594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Benefits Both Sides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6428423" y="7108269"/>
            <a:ext cx="72599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Empowers learners and helps recruiters find proven talent.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9586" y="392549"/>
            <a:ext cx="6341269" cy="446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Transforming Career Growth &amp; Hiring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99586" y="1195507"/>
            <a:ext cx="2327315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Career Growth Impact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99586" y="1605915"/>
            <a:ext cx="6641544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Faster job attainment through targeted skill development.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9586" y="1884164"/>
            <a:ext cx="6641544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Enhanced retention of knowledge through project-based learning.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9586" y="2162413"/>
            <a:ext cx="6641544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Democratized career coaching, accessible to all.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586" y="2551271"/>
            <a:ext cx="6641544" cy="66415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6889" y="1195507"/>
            <a:ext cx="2141339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Hiring Impact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496889" y="1605915"/>
            <a:ext cx="6641544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Fairer hiring based on objective proof of skills and projects.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96889" y="1884164"/>
            <a:ext cx="6641544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Reduced bias by focusing on demonstrated ability over traditional credentials.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96889" y="2162413"/>
            <a:ext cx="6641544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Efficient talent acquisition for companies seeking proven candidates.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889" y="2551271"/>
            <a:ext cx="6641544" cy="66415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3687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Conclusion: The Future of Careers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39459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SkillVault addresses the critical gap between learning and proving skills by unifying career planning, skill development, and portfolio building.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3755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Its AI-powered, personalized approach guides users from beginner to job-ready, while offering recruiters a transparent view of real-world capabilities.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620351" y="5611654"/>
            <a:ext cx="72162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"SkillVault combines learning, accountability, and proof—essential for building the careers of the future."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5356503"/>
            <a:ext cx="30480" cy="1236107"/>
          </a:xfrm>
          <a:prstGeom prst="rect">
            <a:avLst/>
          </a:prstGeom>
          <a:solidFill>
            <a:srgbClr val="325F7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2025-11-13T18:44:28Z</dcterms:created>
  <dcterms:modified xsi:type="dcterms:W3CDTF">2025-11-13T18:44:28Z</dcterms:modified>
</cp:coreProperties>
</file>